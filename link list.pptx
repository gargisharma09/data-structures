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4"/>
  </p:notesMasterIdLst>
  <p:sldIdLst>
    <p:sldId id="305" r:id="rId2"/>
    <p:sldId id="307" r:id="rId3"/>
    <p:sldId id="306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09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CED19-634F-4A23-AE40-AEEC8A5DCF3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0F6D1F-4E5D-4A20-81D3-318A89ECCB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19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0F6D1F-4E5D-4A20-81D3-318A89ECCB7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675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D0E7E-B218-4B23-9EA6-ADE1E6214F4D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9740-E556-45C3-B1E3-5020A9905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011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D0E7E-B218-4B23-9EA6-ADE1E6214F4D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9740-E556-45C3-B1E3-5020A9905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807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D0E7E-B218-4B23-9EA6-ADE1E6214F4D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9740-E556-45C3-B1E3-5020A9905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534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D0E7E-B218-4B23-9EA6-ADE1E6214F4D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9740-E556-45C3-B1E3-5020A9905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264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D0E7E-B218-4B23-9EA6-ADE1E6214F4D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9740-E556-45C3-B1E3-5020A9905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224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D0E7E-B218-4B23-9EA6-ADE1E6214F4D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9740-E556-45C3-B1E3-5020A9905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095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D0E7E-B218-4B23-9EA6-ADE1E6214F4D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9740-E556-45C3-B1E3-5020A9905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52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D0E7E-B218-4B23-9EA6-ADE1E6214F4D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9740-E556-45C3-B1E3-5020A9905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169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D0E7E-B218-4B23-9EA6-ADE1E6214F4D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9740-E556-45C3-B1E3-5020A9905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192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D0E7E-B218-4B23-9EA6-ADE1E6214F4D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9740-E556-45C3-B1E3-5020A9905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09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D0E7E-B218-4B23-9EA6-ADE1E6214F4D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9740-E556-45C3-B1E3-5020A9905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021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D0E7E-B218-4B23-9EA6-ADE1E6214F4D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9740-E556-45C3-B1E3-5020A9905D8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5523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D0E7E-B218-4B23-9EA6-ADE1E6214F4D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9740-E556-45C3-B1E3-5020A9905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558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D0E7E-B218-4B23-9EA6-ADE1E6214F4D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9740-E556-45C3-B1E3-5020A9905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786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D0E7E-B218-4B23-9EA6-ADE1E6214F4D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9740-E556-45C3-B1E3-5020A9905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941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D0E7E-B218-4B23-9EA6-ADE1E6214F4D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9740-E556-45C3-B1E3-5020A9905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310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D0E7E-B218-4B23-9EA6-ADE1E6214F4D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59740-E556-45C3-B1E3-5020A9905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142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DBD0E7E-B218-4B23-9EA6-ADE1E6214F4D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59740-E556-45C3-B1E3-5020A9905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193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C1BC2B-BAF8-4C68-D4BB-8D097659F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85" y="1064029"/>
            <a:ext cx="10947860" cy="41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86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658196-087F-9DF6-D1EA-26F51F347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785" y="1388225"/>
            <a:ext cx="8653549" cy="384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808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A29EA7-A0E9-8F29-D0BA-D20673CA3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59" y="91440"/>
            <a:ext cx="11438312" cy="650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69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7C4EDE-8983-46FB-959C-7A0CC3886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216" y="1438102"/>
            <a:ext cx="10099962" cy="344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643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BD3BF1-407E-2901-532B-A239664EA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086" y="773084"/>
            <a:ext cx="10108277" cy="523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861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B1CE58-4D9E-21DD-13DA-7A5D1C91E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91" y="390697"/>
            <a:ext cx="10997738" cy="21418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91B395-A9E1-7E45-A3DB-56F23DED3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1" y="2532506"/>
            <a:ext cx="10997737" cy="276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14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18635C-7CD1-6F79-627D-6D2E90723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029" y="847898"/>
            <a:ext cx="9676015" cy="481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17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FDE004-230A-4228-D06E-3778BB397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89" y="640079"/>
            <a:ext cx="10457411" cy="400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04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37B16A-2670-AFAC-953A-8063A70BE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07" y="3125585"/>
            <a:ext cx="10972800" cy="2294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D7E3C0-0C80-33F4-1480-F14C440D0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09" y="361190"/>
            <a:ext cx="10906298" cy="229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386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29F8E9-CAD8-5121-7F56-E1926374F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985" y="731520"/>
            <a:ext cx="8096597" cy="50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60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B9BFCE-FFB3-6C22-19BE-87376BFE3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16" y="116378"/>
            <a:ext cx="12050683" cy="653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98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09F227-9D15-3F17-0698-68728B1F3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05" y="931025"/>
            <a:ext cx="11720945" cy="474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07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5AB2D-1E97-BB48-E09D-D8B89DB0B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CFE5B8-4805-F26D-E3B3-9EDCB490F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" y="1246910"/>
            <a:ext cx="11608898" cy="433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116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75094-50CE-C9F0-8BC7-F544F61F4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C8C937-B1CF-140A-95BB-C72ABF61F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84" y="939339"/>
            <a:ext cx="11539254" cy="474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344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C3D7-AAC5-299E-EF2E-205678435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A37EE2-FA09-5E23-2025-360BDB31D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85" y="997527"/>
            <a:ext cx="11888230" cy="454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844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5F011-C827-5588-524C-9385E9E13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E81BFC-00CE-D511-56B2-D2319DE2C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5462"/>
            <a:ext cx="12192000" cy="592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47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BC75E-625E-9825-8699-A7213F81C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154CEF-C01B-1E78-F92E-C2655CAE4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90" y="232756"/>
            <a:ext cx="11745885" cy="648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155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A2561-0E97-F178-8F36-FAFAA8E3D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306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FEDFF-3D41-CF83-8184-30CE69ED8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686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A9CA6-3CC4-8272-2053-FF1F2463C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078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D3224-5BF1-CCD5-D593-00E8DE1C7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2277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2063C-B3F9-7A39-8660-1912FE555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0610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</TotalTime>
  <Words>1</Words>
  <Application>Microsoft Office PowerPoint</Application>
  <PresentationFormat>Widescreen</PresentationFormat>
  <Paragraphs>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7</cp:revision>
  <dcterms:created xsi:type="dcterms:W3CDTF">2026-02-11T06:02:28Z</dcterms:created>
  <dcterms:modified xsi:type="dcterms:W3CDTF">2026-02-11T06:41:00Z</dcterms:modified>
</cp:coreProperties>
</file>